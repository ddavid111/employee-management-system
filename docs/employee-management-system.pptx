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64" r:id="rId5"/>
    <p:sldId id="258" r:id="rId6"/>
    <p:sldId id="262" r:id="rId7"/>
    <p:sldId id="261" r:id="rId8"/>
    <p:sldId id="263" r:id="rId9"/>
    <p:sldId id="265" r:id="rId10"/>
    <p:sldId id="260" r:id="rId11"/>
  </p:sldIdLst>
  <p:sldSz cx="12192000" cy="6858000"/>
  <p:notesSz cx="6858000" cy="9144000"/>
  <p:defaultTextStyle>
    <a:defPPr>
      <a:defRPr lang="hu-H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87046" autoAdjust="0"/>
  </p:normalViewPr>
  <p:slideViewPr>
    <p:cSldViewPr snapToGrid="0">
      <p:cViewPr varScale="1">
        <p:scale>
          <a:sx n="96" d="100"/>
          <a:sy n="96" d="100"/>
        </p:scale>
        <p:origin x="114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B7B71CD-8FDE-A851-3E84-9CCF9A9179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5DCEBD34-7790-916D-8C6D-741D10CAB02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0C2CE82-C7DA-7AC9-261C-EAD1A23C39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924CC-0B0C-4517-9F72-E64E97373B52}" type="datetimeFigureOut">
              <a:rPr lang="hu-HU" smtClean="0"/>
              <a:t>2025. 11. 03.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4B9EAF16-9638-6DC6-CCEF-64DCBB65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426537FC-CA6C-5D26-2960-F30C8F54A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FE383-C422-46F9-AD1C-23AD15BC128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99383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64356DEC-7627-BF71-4524-465A603F9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E71769D-8A92-3E79-EDA8-8E5317A7A9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E19EED1-0E20-6186-3CF3-7899AAA675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924CC-0B0C-4517-9F72-E64E97373B52}" type="datetimeFigureOut">
              <a:rPr lang="hu-HU" smtClean="0"/>
              <a:t>2025. 11. 03.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E3411C35-C6C5-100D-389F-55896B78D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EEB29FF-7E76-9C37-7A8A-3BF3E27701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FE383-C422-46F9-AD1C-23AD15BC128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907854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5C86C9-A9DE-9275-6B04-E17C4A20AC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260BFFA-5ECB-B9A0-5B89-6761F389F3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09C8C82C-BC72-D01F-3100-5988B1607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924CC-0B0C-4517-9F72-E64E97373B52}" type="datetimeFigureOut">
              <a:rPr lang="hu-HU" smtClean="0"/>
              <a:t>2025. 11. 03.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C8F1DD35-C3CD-94A1-8821-A43519C04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29809D2A-D945-C031-F38B-F3106BF0E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FE383-C422-46F9-AD1C-23AD15BC128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624788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3329D55-F21F-F432-377E-B9CFBD3BB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0F1E05C5-07C6-894B-A59D-A11A6959038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FFB4AF01-103E-85BF-9448-E16886D6B6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D6D2405F-3C84-715B-FEB7-E30E6BF12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924CC-0B0C-4517-9F72-E64E97373B52}" type="datetimeFigureOut">
              <a:rPr lang="hu-HU" smtClean="0"/>
              <a:t>2025. 11. 03.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764C6C08-CEBD-26E1-D886-ED42791D70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7D468085-D6EC-5B80-BC03-7FB558FC41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FE383-C422-46F9-AD1C-23AD15BC128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47471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58A4F729-99E9-7490-8B4A-7A5C09F68E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5AD63621-E2EA-B9D8-1D43-0240BAECBC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CFBA9238-0C6C-8B47-B2DE-4B73C886FC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5" name="Szöveg helye 4">
            <a:extLst>
              <a:ext uri="{FF2B5EF4-FFF2-40B4-BE49-F238E27FC236}">
                <a16:creationId xmlns:a16="http://schemas.microsoft.com/office/drawing/2014/main" id="{DD10F03E-D809-5905-250E-E3AD0A468EA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Tartalom helye 5">
            <a:extLst>
              <a:ext uri="{FF2B5EF4-FFF2-40B4-BE49-F238E27FC236}">
                <a16:creationId xmlns:a16="http://schemas.microsoft.com/office/drawing/2014/main" id="{49CAE7FF-CC17-A3A8-ECDE-8C46EE6AE70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7" name="Dátum helye 6">
            <a:extLst>
              <a:ext uri="{FF2B5EF4-FFF2-40B4-BE49-F238E27FC236}">
                <a16:creationId xmlns:a16="http://schemas.microsoft.com/office/drawing/2014/main" id="{BE4532FD-87E1-7F31-44F8-348E5174C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924CC-0B0C-4517-9F72-E64E97373B52}" type="datetimeFigureOut">
              <a:rPr lang="hu-HU" smtClean="0"/>
              <a:t>2025. 11. 03.</a:t>
            </a:fld>
            <a:endParaRPr lang="hu-HU"/>
          </a:p>
        </p:txBody>
      </p:sp>
      <p:sp>
        <p:nvSpPr>
          <p:cNvPr id="8" name="Élőláb helye 7">
            <a:extLst>
              <a:ext uri="{FF2B5EF4-FFF2-40B4-BE49-F238E27FC236}">
                <a16:creationId xmlns:a16="http://schemas.microsoft.com/office/drawing/2014/main" id="{1A3C0770-34E7-5BC6-FC8F-C53A796BF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Dia számának helye 8">
            <a:extLst>
              <a:ext uri="{FF2B5EF4-FFF2-40B4-BE49-F238E27FC236}">
                <a16:creationId xmlns:a16="http://schemas.microsoft.com/office/drawing/2014/main" id="{FC5D4A7E-0FF0-CBED-DD76-CFF9D2A9D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FE383-C422-46F9-AD1C-23AD15BC128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047492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B643AFD-0060-E267-0019-3CDDF22B8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Dátum helye 2">
            <a:extLst>
              <a:ext uri="{FF2B5EF4-FFF2-40B4-BE49-F238E27FC236}">
                <a16:creationId xmlns:a16="http://schemas.microsoft.com/office/drawing/2014/main" id="{636249E0-4379-DF14-5143-2DC30F1D1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924CC-0B0C-4517-9F72-E64E97373B52}" type="datetimeFigureOut">
              <a:rPr lang="hu-HU" smtClean="0"/>
              <a:t>2025. 11. 03.</a:t>
            </a:fld>
            <a:endParaRPr lang="hu-HU"/>
          </a:p>
        </p:txBody>
      </p:sp>
      <p:sp>
        <p:nvSpPr>
          <p:cNvPr id="4" name="Élőláb helye 3">
            <a:extLst>
              <a:ext uri="{FF2B5EF4-FFF2-40B4-BE49-F238E27FC236}">
                <a16:creationId xmlns:a16="http://schemas.microsoft.com/office/drawing/2014/main" id="{1077DB93-4493-E7AC-6007-D6CC8F9810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Dia számának helye 4">
            <a:extLst>
              <a:ext uri="{FF2B5EF4-FFF2-40B4-BE49-F238E27FC236}">
                <a16:creationId xmlns:a16="http://schemas.microsoft.com/office/drawing/2014/main" id="{5A2A433A-0DE5-EDC5-6E8D-32A5BC3CF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FE383-C422-46F9-AD1C-23AD15BC128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063654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átum helye 1">
            <a:extLst>
              <a:ext uri="{FF2B5EF4-FFF2-40B4-BE49-F238E27FC236}">
                <a16:creationId xmlns:a16="http://schemas.microsoft.com/office/drawing/2014/main" id="{E1F63636-8936-B386-264D-941BB08F8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924CC-0B0C-4517-9F72-E64E97373B52}" type="datetimeFigureOut">
              <a:rPr lang="hu-HU" smtClean="0"/>
              <a:t>2025. 11. 03.</a:t>
            </a:fld>
            <a:endParaRPr lang="hu-HU"/>
          </a:p>
        </p:txBody>
      </p:sp>
      <p:sp>
        <p:nvSpPr>
          <p:cNvPr id="3" name="Élőláb helye 2">
            <a:extLst>
              <a:ext uri="{FF2B5EF4-FFF2-40B4-BE49-F238E27FC236}">
                <a16:creationId xmlns:a16="http://schemas.microsoft.com/office/drawing/2014/main" id="{6AC11FEE-ABB6-9879-5120-8EE823E17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Dia számának helye 3">
            <a:extLst>
              <a:ext uri="{FF2B5EF4-FFF2-40B4-BE49-F238E27FC236}">
                <a16:creationId xmlns:a16="http://schemas.microsoft.com/office/drawing/2014/main" id="{2DE90AEE-CE8E-7FA2-9E52-6DB7ED3167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FE383-C422-46F9-AD1C-23AD15BC128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966693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72D4301-2219-DAA5-6F61-1AF92CF79E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D8ED53E-FD24-33C2-DFA3-0892382D25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5A2D1CDB-A55D-F97B-B7D4-F7197F6DF2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A506670A-0AD3-6386-CB42-D0C3A7AC9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924CC-0B0C-4517-9F72-E64E97373B52}" type="datetimeFigureOut">
              <a:rPr lang="hu-HU" smtClean="0"/>
              <a:t>2025. 11. 03.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69D5BF8D-B7B9-C3A4-A734-1C95BE404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0AE6EF44-F08C-A816-FB1C-6416E4F9A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FE383-C422-46F9-AD1C-23AD15BC128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7312812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28D88E4-0AAF-3D72-9C98-FF918D55D0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</a:p>
        </p:txBody>
      </p:sp>
      <p:sp>
        <p:nvSpPr>
          <p:cNvPr id="3" name="Kép helye 2">
            <a:extLst>
              <a:ext uri="{FF2B5EF4-FFF2-40B4-BE49-F238E27FC236}">
                <a16:creationId xmlns:a16="http://schemas.microsoft.com/office/drawing/2014/main" id="{EC8AD658-CD04-5252-FB29-C81754C7D11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u-HU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D5AAAFA4-3984-745B-846B-30AA087444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átum helye 4">
            <a:extLst>
              <a:ext uri="{FF2B5EF4-FFF2-40B4-BE49-F238E27FC236}">
                <a16:creationId xmlns:a16="http://schemas.microsoft.com/office/drawing/2014/main" id="{1D4D5CAA-0100-60B8-C617-92EA1735F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924CC-0B0C-4517-9F72-E64E97373B52}" type="datetimeFigureOut">
              <a:rPr lang="hu-HU" smtClean="0"/>
              <a:t>2025. 11. 03.</a:t>
            </a:fld>
            <a:endParaRPr lang="hu-HU"/>
          </a:p>
        </p:txBody>
      </p:sp>
      <p:sp>
        <p:nvSpPr>
          <p:cNvPr id="6" name="Élőláb helye 5">
            <a:extLst>
              <a:ext uri="{FF2B5EF4-FFF2-40B4-BE49-F238E27FC236}">
                <a16:creationId xmlns:a16="http://schemas.microsoft.com/office/drawing/2014/main" id="{1031EE84-A174-9251-FE7E-12E53307B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Dia számának helye 6">
            <a:extLst>
              <a:ext uri="{FF2B5EF4-FFF2-40B4-BE49-F238E27FC236}">
                <a16:creationId xmlns:a16="http://schemas.microsoft.com/office/drawing/2014/main" id="{4AD472A1-32E4-3940-D507-0B52AB35E2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FE383-C422-46F9-AD1C-23AD15BC128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547901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592F68A-9A95-DA06-0A33-F26C0AE92A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5E0E1173-D4D7-1E61-247C-5E6A9322D06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22EA184C-EDC8-8095-D7EE-430D37130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924CC-0B0C-4517-9F72-E64E97373B52}" type="datetimeFigureOut">
              <a:rPr lang="hu-HU" smtClean="0"/>
              <a:t>2025. 11. 03.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F64AF130-4EF2-DF73-E425-E8548B974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62BEA254-5D2C-9AEA-5ABF-C86A5E3BDD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FE383-C422-46F9-AD1C-23AD15BC128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108830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üggőleges cím 1">
            <a:extLst>
              <a:ext uri="{FF2B5EF4-FFF2-40B4-BE49-F238E27FC236}">
                <a16:creationId xmlns:a16="http://schemas.microsoft.com/office/drawing/2014/main" id="{4CEC5A1C-DB57-3625-DDB5-B5CAE5BFB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u-HU"/>
              <a:t>Mintacím szerkesztése</a:t>
            </a:r>
          </a:p>
        </p:txBody>
      </p:sp>
      <p:sp>
        <p:nvSpPr>
          <p:cNvPr id="3" name="Függőleges szöveg helye 2">
            <a:extLst>
              <a:ext uri="{FF2B5EF4-FFF2-40B4-BE49-F238E27FC236}">
                <a16:creationId xmlns:a16="http://schemas.microsoft.com/office/drawing/2014/main" id="{ABAF4F47-69FE-111E-469C-6E7A313AC4A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F172C23A-8E33-55C6-75AB-567E9799DD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8924CC-0B0C-4517-9F72-E64E97373B52}" type="datetimeFigureOut">
              <a:rPr lang="hu-HU" smtClean="0"/>
              <a:t>2025. 11. 03.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DF67693-4A93-64C0-693F-2B1E9E7B5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CA4CDEA7-C714-1787-CF03-67A2C2C893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0FE383-C422-46F9-AD1C-23AD15BC128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0762626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helye 1">
            <a:extLst>
              <a:ext uri="{FF2B5EF4-FFF2-40B4-BE49-F238E27FC236}">
                <a16:creationId xmlns:a16="http://schemas.microsoft.com/office/drawing/2014/main" id="{B47A66AC-F59B-CBAF-D073-6B3E3434F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9BA6F5CA-E9C3-48EA-8EA4-2411E7D39D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</a:p>
        </p:txBody>
      </p:sp>
      <p:sp>
        <p:nvSpPr>
          <p:cNvPr id="4" name="Dátum helye 3">
            <a:extLst>
              <a:ext uri="{FF2B5EF4-FFF2-40B4-BE49-F238E27FC236}">
                <a16:creationId xmlns:a16="http://schemas.microsoft.com/office/drawing/2014/main" id="{3BEE7E92-8AF0-110D-A269-7B393EE0AA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8924CC-0B0C-4517-9F72-E64E97373B52}" type="datetimeFigureOut">
              <a:rPr lang="hu-HU" smtClean="0"/>
              <a:t>2025. 11. 03.</a:t>
            </a:fld>
            <a:endParaRPr lang="hu-HU"/>
          </a:p>
        </p:txBody>
      </p:sp>
      <p:sp>
        <p:nvSpPr>
          <p:cNvPr id="5" name="Élőláb helye 4">
            <a:extLst>
              <a:ext uri="{FF2B5EF4-FFF2-40B4-BE49-F238E27FC236}">
                <a16:creationId xmlns:a16="http://schemas.microsoft.com/office/drawing/2014/main" id="{B92E2057-051B-53A9-C18F-E79F72DBA6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Dia számának helye 5">
            <a:extLst>
              <a:ext uri="{FF2B5EF4-FFF2-40B4-BE49-F238E27FC236}">
                <a16:creationId xmlns:a16="http://schemas.microsoft.com/office/drawing/2014/main" id="{8F6E410E-1365-4D1D-D313-10BD127B47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0FE383-C422-46F9-AD1C-23AD15BC128A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70712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u-H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18F12923-71FE-721A-73FF-DD0BB776530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Dolgozó nyilvántartó rendszer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AD89A9EE-39F8-6E04-E1DD-94723BEA03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Programtervezési minták beadandó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Készítette: Drig Dávid</a:t>
            </a:r>
          </a:p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Miskolci Egyetem, 2025. november 3.</a:t>
            </a:r>
          </a:p>
        </p:txBody>
      </p:sp>
    </p:spTree>
    <p:extLst>
      <p:ext uri="{BB962C8B-B14F-4D97-AF65-F5344CB8AC3E}">
        <p14:creationId xmlns:p14="http://schemas.microsoft.com/office/powerpoint/2010/main" val="423102558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E95ED69D-E55A-7EAF-4252-8268753CF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1325563"/>
          </a:xfrm>
        </p:spPr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Téma: Dolgozók nyilvántartása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173BB04D-B447-6572-D217-61724A2167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12513"/>
            <a:ext cx="12192000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hu-HU" sz="3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Különböző típusú dolgozók kezelése (egyetemi, informatikai) </a:t>
            </a:r>
          </a:p>
          <a:p>
            <a:pPr>
              <a:lnSpc>
                <a:spcPct val="150000"/>
              </a:lnSpc>
            </a:pPr>
            <a:r>
              <a:rPr lang="hu-HU" sz="3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Fájlba írás és beolvasás </a:t>
            </a:r>
          </a:p>
          <a:p>
            <a:pPr>
              <a:lnSpc>
                <a:spcPct val="150000"/>
              </a:lnSpc>
            </a:pPr>
            <a:r>
              <a:rPr lang="hu-HU" sz="3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Egyszerű statisztika készítése </a:t>
            </a:r>
          </a:p>
          <a:p>
            <a:pPr>
              <a:lnSpc>
                <a:spcPct val="150000"/>
              </a:lnSpc>
            </a:pPr>
            <a:r>
              <a:rPr lang="hu-HU" sz="3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Java nyelven, konzolos működés</a:t>
            </a:r>
          </a:p>
        </p:txBody>
      </p:sp>
    </p:spTree>
    <p:extLst>
      <p:ext uri="{BB962C8B-B14F-4D97-AF65-F5344CB8AC3E}">
        <p14:creationId xmlns:p14="http://schemas.microsoft.com/office/powerpoint/2010/main" val="31864452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A6156A0B-5E86-22F6-8F55-13AB32774D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4999"/>
            <a:ext cx="10515600" cy="819401"/>
          </a:xfrm>
        </p:spPr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Osztálydiagram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117E5E2C-0DF0-C5DD-56EF-B1BADC5F6E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77824"/>
            <a:ext cx="12192000" cy="5980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5092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0FC6BA3-9D98-525B-ACE2-67FA2B30F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Egyszerűsített osztálydiagram</a:t>
            </a: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54AB8093-0316-0AD4-0ED8-AF122871C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678" y="969264"/>
            <a:ext cx="9364644" cy="5888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6350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8E25825-927A-2964-52D8-FBAAC089A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1325563"/>
          </a:xfrm>
        </p:spPr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Felhasznált minták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484F49BF-AD60-961D-C16A-A0B61A053C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63700"/>
            <a:ext cx="12192000" cy="4351338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hu-HU" sz="3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Factory</a:t>
            </a:r>
            <a:r>
              <a:rPr lang="hu-HU" sz="3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sz="3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Method</a:t>
            </a:r>
            <a:r>
              <a:rPr lang="hu-HU" sz="3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dolgozók létrehozása (IT vagy egyetemi) </a:t>
            </a:r>
          </a:p>
          <a:p>
            <a:pPr>
              <a:lnSpc>
                <a:spcPct val="150000"/>
              </a:lnSpc>
            </a:pPr>
            <a:r>
              <a:rPr lang="hu-HU" sz="3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Iterator</a:t>
            </a:r>
            <a:r>
              <a:rPr lang="hu-HU" sz="3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dolgozók listájának bejárása </a:t>
            </a:r>
          </a:p>
          <a:p>
            <a:pPr>
              <a:lnSpc>
                <a:spcPct val="150000"/>
              </a:lnSpc>
            </a:pPr>
            <a:r>
              <a:rPr lang="hu-HU" sz="33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Facade</a:t>
            </a:r>
            <a:r>
              <a:rPr lang="hu-HU" sz="3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fájlműveletek (beolvasás, írás) egyszerű kezelése</a:t>
            </a:r>
          </a:p>
        </p:txBody>
      </p:sp>
    </p:spTree>
    <p:extLst>
      <p:ext uri="{BB962C8B-B14F-4D97-AF65-F5344CB8AC3E}">
        <p14:creationId xmlns:p14="http://schemas.microsoft.com/office/powerpoint/2010/main" val="23918789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0EFFB5CA-1289-E49A-D6AC-DC29EA5BD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Factory</a:t>
            </a:r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Method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2B9FBAF7-610D-FC9D-025B-F95834F111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023938"/>
            <a:ext cx="4791075" cy="5834062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Cél: megfelelő típusú dolgozó létrehozása </a:t>
            </a:r>
          </a:p>
          <a:p>
            <a:pPr>
              <a:lnSpc>
                <a:spcPct val="150000"/>
              </a:lnSpc>
            </a:pPr>
            <a:r>
              <a:rPr lang="hu-HU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EmployeeFactory</a:t>
            </a: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interfész (</a:t>
            </a:r>
            <a:r>
              <a:rPr lang="hu-HU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createEmployee</a:t>
            </a: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>
              <a:lnSpc>
                <a:spcPct val="150000"/>
              </a:lnSpc>
            </a:pPr>
            <a:r>
              <a:rPr lang="hu-HU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EmployeeFactoryImpl</a:t>
            </a: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típus eldöntése (IT / </a:t>
            </a:r>
            <a:r>
              <a:rPr lang="hu-HU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</a:t>
            </a: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Előny: az App-</a:t>
            </a:r>
            <a:r>
              <a:rPr lang="hu-HU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nak</a:t>
            </a: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nem kell tudnia, milyen objektum jön létre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94C988AE-BEF4-01A6-D158-655F02475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1075" y="1747838"/>
            <a:ext cx="7303350" cy="2929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95786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C189CDA-5E06-EF0F-D09F-43E0D29EDC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Iterator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34BD5CD8-DD91-968C-48BF-E16802B01D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76400"/>
            <a:ext cx="5305926" cy="5181599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</a:pP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Cél: listák egységes bejárása </a:t>
            </a:r>
          </a:p>
          <a:p>
            <a:pPr>
              <a:lnSpc>
                <a:spcPct val="150000"/>
              </a:lnSpc>
            </a:pP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Használat: dolgozók bejárása (IT / egyetemi) </a:t>
            </a:r>
          </a:p>
          <a:p>
            <a:pPr>
              <a:lnSpc>
                <a:spcPct val="150000"/>
              </a:lnSpc>
            </a:pP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Osztály: </a:t>
            </a:r>
            <a:r>
              <a:rPr lang="hu-HU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EmployeeIterator</a:t>
            </a: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Műveletek: </a:t>
            </a:r>
            <a:r>
              <a:rPr lang="hu-HU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getCurrentElement</a:t>
            </a: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(), </a:t>
            </a:r>
            <a:r>
              <a:rPr lang="hu-HU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getNextElement</a:t>
            </a: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(), </a:t>
            </a:r>
            <a:r>
              <a:rPr lang="hu-HU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hasMoreElement</a:t>
            </a: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(), </a:t>
            </a:r>
            <a:r>
              <a:rPr lang="hu-HU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resetIterator</a:t>
            </a: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</a:p>
        </p:txBody>
      </p:sp>
      <p:pic>
        <p:nvPicPr>
          <p:cNvPr id="10" name="Kép 9">
            <a:extLst>
              <a:ext uri="{FF2B5EF4-FFF2-40B4-BE49-F238E27FC236}">
                <a16:creationId xmlns:a16="http://schemas.microsoft.com/office/drawing/2014/main" id="{34889E4E-3FE1-FE37-83CE-B889782C29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896" y="45012"/>
            <a:ext cx="6166104" cy="67679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17805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DF70261-3B1A-7AD0-4E0A-D04E66C14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0515600" cy="1325563"/>
          </a:xfrm>
        </p:spPr>
        <p:txBody>
          <a:bodyPr/>
          <a:lstStyle/>
          <a:p>
            <a:r>
              <a:rPr lang="hu-H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Facade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7FBA4811-4E61-2F0A-7344-99EDE5A658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149350"/>
            <a:ext cx="3933825" cy="5708650"/>
          </a:xfrm>
        </p:spPr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Cél: fájlműveletek (írás / olvasás) elrejtése</a:t>
            </a:r>
          </a:p>
          <a:p>
            <a:pPr>
              <a:lnSpc>
                <a:spcPct val="150000"/>
              </a:lnSpc>
            </a:pPr>
            <a:r>
              <a:rPr lang="hu-HU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FileService</a:t>
            </a: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interfész (</a:t>
            </a:r>
            <a:r>
              <a:rPr lang="hu-HU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writeToFile</a:t>
            </a: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hu-HU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readFromFile</a:t>
            </a: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 </a:t>
            </a:r>
          </a:p>
          <a:p>
            <a:pPr>
              <a:lnSpc>
                <a:spcPct val="150000"/>
              </a:lnSpc>
            </a:pPr>
            <a:r>
              <a:rPr lang="hu-HU" sz="25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EmployeeFileService</a:t>
            </a: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konkrét megvalósítás </a:t>
            </a:r>
          </a:p>
          <a:p>
            <a:pPr>
              <a:lnSpc>
                <a:spcPct val="150000"/>
              </a:lnSpc>
            </a:pPr>
            <a:r>
              <a:rPr lang="hu-HU" sz="2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Előny: az App nem kezeli közvetlenül a fájlokat</a:t>
            </a:r>
          </a:p>
        </p:txBody>
      </p:sp>
      <p:pic>
        <p:nvPicPr>
          <p:cNvPr id="6" name="Kép 5">
            <a:extLst>
              <a:ext uri="{FF2B5EF4-FFF2-40B4-BE49-F238E27FC236}">
                <a16:creationId xmlns:a16="http://schemas.microsoft.com/office/drawing/2014/main" id="{5B1842E2-91B6-10CC-AD3D-B3F3AEF7E0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33286"/>
            <a:ext cx="6096000" cy="6824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928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721EACFC-DC09-2A2F-9F10-FC6BD6736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lang="pt-BR" dirty="0">
                <a:latin typeface="Times New Roman" panose="02020603050405020304" pitchFamily="18" charset="0"/>
                <a:cs typeface="Times New Roman" panose="02020603050405020304" pitchFamily="18" charset="0"/>
              </a:rPr>
              <a:t>A program működése és eredményei</a:t>
            </a:r>
            <a:endParaRPr lang="hu-H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EB0E343C-4414-DFBE-2F7F-7FB8C2C069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90688"/>
            <a:ext cx="5709044" cy="5167312"/>
          </a:xfrm>
        </p:spPr>
        <p:txBody>
          <a:bodyPr>
            <a:normAutofit/>
          </a:bodyPr>
          <a:lstStyle/>
          <a:p>
            <a:r>
              <a:rPr lang="hu-HU" sz="25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Fájlok beolvasása (</a:t>
            </a:r>
            <a:r>
              <a:rPr lang="hu-HU" sz="25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Facade</a:t>
            </a:r>
            <a:r>
              <a:rPr lang="hu-HU" sz="25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minta)</a:t>
            </a:r>
            <a:br>
              <a:rPr lang="hu-HU" sz="25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</a:br>
            <a:endParaRPr lang="hu-HU" sz="25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r>
              <a:rPr lang="hu-HU" sz="25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Dolgozók létrehozása (</a:t>
            </a:r>
            <a:r>
              <a:rPr lang="hu-HU" sz="25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Factory</a:t>
            </a:r>
            <a:r>
              <a:rPr lang="hu-HU" sz="25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</a:t>
            </a:r>
            <a:r>
              <a:rPr lang="hu-HU" sz="25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Method</a:t>
            </a:r>
            <a:r>
              <a:rPr lang="hu-HU" sz="25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)</a:t>
            </a:r>
            <a:br>
              <a:rPr lang="hu-HU" sz="25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</a:br>
            <a:endParaRPr lang="hu-HU" sz="25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r>
              <a:rPr lang="hu-HU" sz="25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Listák bejárása (</a:t>
            </a:r>
            <a:r>
              <a:rPr lang="hu-HU" sz="2500" dirty="0" err="1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Iterator</a:t>
            </a:r>
            <a:r>
              <a:rPr lang="hu-HU" sz="25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 minta)</a:t>
            </a:r>
            <a:br>
              <a:rPr lang="hu-HU" sz="25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</a:br>
            <a:endParaRPr lang="hu-HU" sz="25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r>
              <a:rPr lang="hu-HU" sz="25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Új dolgozók felvétele és mentése</a:t>
            </a:r>
            <a:br>
              <a:rPr lang="hu-HU" sz="25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</a:br>
            <a:endParaRPr lang="hu-HU" sz="2500" dirty="0"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  <a:p>
            <a:r>
              <a:rPr lang="hu-HU" sz="25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Egyszerű statisztika készítése</a:t>
            </a:r>
          </a:p>
        </p:txBody>
      </p:sp>
      <p:grpSp>
        <p:nvGrpSpPr>
          <p:cNvPr id="10" name="Csoportba foglalás 9">
            <a:extLst>
              <a:ext uri="{FF2B5EF4-FFF2-40B4-BE49-F238E27FC236}">
                <a16:creationId xmlns:a16="http://schemas.microsoft.com/office/drawing/2014/main" id="{7FCCB3A7-0EF3-A430-E5F2-7B7D237DF1CD}"/>
              </a:ext>
            </a:extLst>
          </p:cNvPr>
          <p:cNvGrpSpPr/>
          <p:nvPr/>
        </p:nvGrpSpPr>
        <p:grpSpPr>
          <a:xfrm>
            <a:off x="6096000" y="2766218"/>
            <a:ext cx="5898019" cy="1325564"/>
            <a:chOff x="5932411" y="1825327"/>
            <a:chExt cx="4734586" cy="941960"/>
          </a:xfrm>
        </p:grpSpPr>
        <p:pic>
          <p:nvPicPr>
            <p:cNvPr id="5" name="Kép 4">
              <a:extLst>
                <a:ext uri="{FF2B5EF4-FFF2-40B4-BE49-F238E27FC236}">
                  <a16:creationId xmlns:a16="http://schemas.microsoft.com/office/drawing/2014/main" id="{1FA7C346-F31E-7830-CD76-FD840DDADF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32411" y="1825327"/>
              <a:ext cx="4734586" cy="628738"/>
            </a:xfrm>
            <a:prstGeom prst="rect">
              <a:avLst/>
            </a:prstGeom>
          </p:spPr>
        </p:pic>
        <p:pic>
          <p:nvPicPr>
            <p:cNvPr id="9" name="Kép 8">
              <a:extLst>
                <a:ext uri="{FF2B5EF4-FFF2-40B4-BE49-F238E27FC236}">
                  <a16:creationId xmlns:a16="http://schemas.microsoft.com/office/drawing/2014/main" id="{90D3D76D-C6EC-6EAA-6457-1B2271B05B8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32411" y="2481497"/>
              <a:ext cx="4734586" cy="28579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7028172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F92B1D9-DBEB-3181-8B02-6EA1D8FE59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33344" y="82296"/>
            <a:ext cx="5925312" cy="1325563"/>
          </a:xfrm>
        </p:spPr>
        <p:txBody>
          <a:bodyPr/>
          <a:lstStyle/>
          <a:p>
            <a:r>
              <a:rPr lang="hu-HU" dirty="0">
                <a:latin typeface="Times New Roman" panose="02020603050405020304" pitchFamily="18" charset="0"/>
                <a:cs typeface="Times New Roman" panose="02020603050405020304" pitchFamily="18" charset="0"/>
              </a:rPr>
              <a:t>Köszönöm a figyelmet!</a:t>
            </a:r>
          </a:p>
        </p:txBody>
      </p:sp>
    </p:spTree>
    <p:extLst>
      <p:ext uri="{BB962C8B-B14F-4D97-AF65-F5344CB8AC3E}">
        <p14:creationId xmlns:p14="http://schemas.microsoft.com/office/powerpoint/2010/main" val="6278470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é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464</TotalTime>
  <Words>206</Words>
  <Application>Microsoft Office PowerPoint</Application>
  <PresentationFormat>Szélesvásznú</PresentationFormat>
  <Paragraphs>37</Paragraphs>
  <Slides>10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Times New Roman</vt:lpstr>
      <vt:lpstr>Office-téma</vt:lpstr>
      <vt:lpstr>Dolgozó nyilvántartó rendszer</vt:lpstr>
      <vt:lpstr>Téma: Dolgozók nyilvántartása</vt:lpstr>
      <vt:lpstr>Osztálydiagram</vt:lpstr>
      <vt:lpstr>Egyszerűsített osztálydiagram</vt:lpstr>
      <vt:lpstr>Felhasznált minták</vt:lpstr>
      <vt:lpstr>Factory Method</vt:lpstr>
      <vt:lpstr>Iterator</vt:lpstr>
      <vt:lpstr>Facade</vt:lpstr>
      <vt:lpstr>A program működése és eredményei</vt:lpstr>
      <vt:lpstr>Köszönöm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Drig Dávid</dc:creator>
  <cp:lastModifiedBy>Drig Dávid</cp:lastModifiedBy>
  <cp:revision>14</cp:revision>
  <dcterms:created xsi:type="dcterms:W3CDTF">2025-10-29T15:36:03Z</dcterms:created>
  <dcterms:modified xsi:type="dcterms:W3CDTF">2025-11-03T07:51:45Z</dcterms:modified>
</cp:coreProperties>
</file>